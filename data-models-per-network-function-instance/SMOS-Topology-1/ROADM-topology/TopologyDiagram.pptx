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3"/>
  </p:normalViewPr>
  <p:slideViewPr>
    <p:cSldViewPr snapToGrid="0">
      <p:cViewPr varScale="1">
        <p:scale>
          <a:sx n="110" d="100"/>
          <a:sy n="11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FA46-C8E9-97FD-11BD-5C472F4BD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149E5-E08F-8D6D-789C-2ADD88C25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6167-5E5C-C969-480B-7337E80E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47C0-56F9-9F5B-ADA3-7C24D584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23EA8-B459-431B-EF78-D962B8D5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6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15B4-4869-C535-2D1C-5E350DF8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C1CE-B670-D748-F5AA-827E84E5B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7538-7495-5D34-1CC4-C1B43A25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80DB-2FB3-4944-EB42-8EC34796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77450-D811-C54E-9133-9D1E537A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2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40E4-1AAE-7CC4-A4AC-A6F56CCF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0362-6C09-952A-14BE-6D87244BC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C5C5D-E564-D136-E60F-A5F07E52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AFBA-EC65-4A79-E698-EBAFB851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CC4A-849C-D32A-57A9-EA3F55C2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9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A6C1-DE64-280F-ECF9-700B5F36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0515-5E91-1036-1522-A05AB3C98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86398-0441-B021-5738-9202E4120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D208-3BB0-49DA-1802-255804CD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14718-242D-9EA3-21C9-6682D987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B79F-CAF6-22BC-510F-B63169E63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5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D7DA-15F8-A15F-7CE7-6C099905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D9391-8C7B-6FDD-3AF8-B0940595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8F196-AE41-CDDE-239F-EEE7BA3A2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95C20-6BD5-1FD7-2456-70DB77E4A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956B9-F27F-7BC9-89A6-4EE984519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0B5C0-D921-5D21-3C4A-C0D764C1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EE701-CE4C-659A-9509-4A6FDE7C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534D9-9967-60F7-8CAE-B3711F1B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E2A3-700B-F18E-1811-B0F4333F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D0B12-397C-107C-7720-542C374D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F9D0B-2EE0-34A7-5211-DAAD7FA3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C2FCB-BD71-B2FB-F79E-9B40571C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0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7EFCD-A36F-7287-DCEF-71D5E526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1ADA7-ED3D-8280-BAD6-8170F7F6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C0C8A-D39E-CECB-7424-2E1E638C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3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48FE-4ADD-AAD7-1558-4987120B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514A-D1E7-88AA-E0CA-0184E2B34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2B6CA-4C7A-D62A-6EB5-CA9C06733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A7E1-44A2-B6CE-4B64-649F2C84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7A68-A497-9B11-83DA-A737DBBB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2903B-F060-5699-14CE-EF3FACB1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8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E5A1-AC7A-A606-4E1B-66C27243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CAE76-481C-C232-FD94-D215DDFCB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AF36D-6180-3AA8-EC67-A321460FA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A86B-A4B1-4577-67C3-8C4FC892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355AB-1EF5-A448-9AD6-EA9C0843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9155F-48EA-FD2D-2927-4536F7D5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1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ACD7-70C9-F993-2F45-25A294FB4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14371-1DC6-267E-EE0F-DC1F11BF7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1AA3-93A1-94CE-8ACA-50FDDB07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5554-E012-FA9F-47BC-31E31517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1321-7226-C7AB-C248-3F515E5F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0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DE550-558C-B24D-08C4-545950C0C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DA4B8-E213-FA90-BDDD-B58DCB384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D7DE-DC5F-8C52-BE77-2C61069D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F7EF-A06E-64EC-AA86-6FE2D136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C48F8-FAA9-87AF-8C58-DF312E21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1B52A-9BEF-EEE3-5888-9A1F3B5C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DDF7-DAE0-1DF2-79A3-7A8CCAB30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44B81-4716-4538-11A5-846C02F87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D8BA1-78C7-8647-8899-65D79751729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5948-9BF8-0007-CC62-EF98E03EE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64D16-E024-027A-0896-E3384E086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9B3DC-48D1-8A44-985D-B7046797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9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2BA79B81-6B78-58F4-B0E1-4A1E40A87F9F}"/>
              </a:ext>
            </a:extLst>
          </p:cNvPr>
          <p:cNvSpPr/>
          <p:nvPr/>
        </p:nvSpPr>
        <p:spPr>
          <a:xfrm>
            <a:off x="5451676" y="1662200"/>
            <a:ext cx="1288648" cy="1284789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ROADM-A1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CBA585F-7545-DBF6-4ED1-3CB1D15EFF79}"/>
              </a:ext>
            </a:extLst>
          </p:cNvPr>
          <p:cNvSpPr/>
          <p:nvPr/>
        </p:nvSpPr>
        <p:spPr>
          <a:xfrm>
            <a:off x="3447327" y="3436021"/>
            <a:ext cx="1288648" cy="1284789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ROADM-B1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CD7292C3-D8E4-A0C6-79BB-C7DF44C1B529}"/>
              </a:ext>
            </a:extLst>
          </p:cNvPr>
          <p:cNvSpPr/>
          <p:nvPr/>
        </p:nvSpPr>
        <p:spPr>
          <a:xfrm>
            <a:off x="7456026" y="3436020"/>
            <a:ext cx="1288648" cy="1284789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ROADM-C1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6E5CFD-7681-9D9F-BBC8-1AF4D105FE47}"/>
              </a:ext>
            </a:extLst>
          </p:cNvPr>
          <p:cNvCxnSpPr>
            <a:cxnSpLocks/>
            <a:stCxn id="5" idx="1"/>
            <a:endCxn id="4" idx="2"/>
          </p:cNvCxnSpPr>
          <p:nvPr/>
        </p:nvCxnSpPr>
        <p:spPr>
          <a:xfrm flipV="1">
            <a:off x="4091651" y="2304595"/>
            <a:ext cx="1360025" cy="11314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DFBE38-5739-17A5-6D00-6D0E13369376}"/>
              </a:ext>
            </a:extLst>
          </p:cNvPr>
          <p:cNvCxnSpPr>
            <a:cxnSpLocks/>
            <a:stCxn id="6" idx="1"/>
            <a:endCxn id="4" idx="4"/>
          </p:cNvCxnSpPr>
          <p:nvPr/>
        </p:nvCxnSpPr>
        <p:spPr>
          <a:xfrm flipH="1" flipV="1">
            <a:off x="6740324" y="2304595"/>
            <a:ext cx="1360026" cy="1131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136036-F497-8EBA-43B6-771D642C0843}"/>
              </a:ext>
            </a:extLst>
          </p:cNvPr>
          <p:cNvCxnSpPr>
            <a:cxnSpLocks/>
            <a:stCxn id="5" idx="4"/>
            <a:endCxn id="6" idx="2"/>
          </p:cNvCxnSpPr>
          <p:nvPr/>
        </p:nvCxnSpPr>
        <p:spPr>
          <a:xfrm flipV="1">
            <a:off x="4735975" y="4078415"/>
            <a:ext cx="27200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438234B-5BA5-571E-8A8F-42D40662FBFA}"/>
              </a:ext>
            </a:extLst>
          </p:cNvPr>
          <p:cNvSpPr txBox="1"/>
          <p:nvPr/>
        </p:nvSpPr>
        <p:spPr>
          <a:xfrm>
            <a:off x="3497799" y="3066688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3AF338-3D22-888C-C4DA-FD78FA5215B0}"/>
              </a:ext>
            </a:extLst>
          </p:cNvPr>
          <p:cNvSpPr txBox="1"/>
          <p:nvPr/>
        </p:nvSpPr>
        <p:spPr>
          <a:xfrm>
            <a:off x="4735975" y="2034612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6EB845-3207-26A6-4CD6-9FB1E537B2CD}"/>
              </a:ext>
            </a:extLst>
          </p:cNvPr>
          <p:cNvSpPr txBox="1"/>
          <p:nvPr/>
        </p:nvSpPr>
        <p:spPr>
          <a:xfrm>
            <a:off x="6697555" y="2034612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6556D-0576-1646-497D-5803D3A8B0F9}"/>
              </a:ext>
            </a:extLst>
          </p:cNvPr>
          <p:cNvSpPr txBox="1"/>
          <p:nvPr/>
        </p:nvSpPr>
        <p:spPr>
          <a:xfrm>
            <a:off x="7997979" y="3066688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75B6F5-ECD3-507F-7189-C115E9E803A8}"/>
              </a:ext>
            </a:extLst>
          </p:cNvPr>
          <p:cNvSpPr txBox="1"/>
          <p:nvPr/>
        </p:nvSpPr>
        <p:spPr>
          <a:xfrm>
            <a:off x="4695379" y="3767393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021C7A-192C-0035-65A0-6CCDB61E3ADD}"/>
              </a:ext>
            </a:extLst>
          </p:cNvPr>
          <p:cNvSpPr txBox="1"/>
          <p:nvPr/>
        </p:nvSpPr>
        <p:spPr>
          <a:xfrm>
            <a:off x="6741597" y="3767393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DEG2</a:t>
            </a:r>
          </a:p>
        </p:txBody>
      </p:sp>
    </p:spTree>
    <p:extLst>
      <p:ext uri="{BB962C8B-B14F-4D97-AF65-F5344CB8AC3E}">
        <p14:creationId xmlns:p14="http://schemas.microsoft.com/office/powerpoint/2010/main" val="246155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Gomathinayakam Latha, Aparaajitha</dc:creator>
  <cp:lastModifiedBy>Gomathinayakam Latha, Aparaajitha</cp:lastModifiedBy>
  <cp:revision>4</cp:revision>
  <dcterms:created xsi:type="dcterms:W3CDTF">2026-04-28T00:41:21Z</dcterms:created>
  <dcterms:modified xsi:type="dcterms:W3CDTF">2026-04-28T00:48:36Z</dcterms:modified>
</cp:coreProperties>
</file>